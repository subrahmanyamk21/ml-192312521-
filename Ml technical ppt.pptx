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0" r:id="rId7"/>
    <p:sldId id="269" r:id="rId8"/>
    <p:sldId id="261" r:id="rId9"/>
    <p:sldId id="262" r:id="rId10"/>
    <p:sldId id="268" r:id="rId11"/>
    <p:sldId id="263" r:id="rId12"/>
    <p:sldId id="264" r:id="rId13"/>
    <p:sldId id="267" r:id="rId14"/>
    <p:sldId id="265" r:id="rId15"/>
    <p:sldId id="266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5C95B8-76E8-41EE-A93C-E64047683D2D}" v="15" dt="2026-07-31T17:41:43.598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bbu K" userId="634aa4c4417a640b" providerId="LiveId" clId="{7889252D-B540-46E0-8C91-746DE8400D67}"/>
    <pc:docChg chg="undo custSel addSld modSld sldOrd">
      <pc:chgData name="Subbu K" userId="634aa4c4417a640b" providerId="LiveId" clId="{7889252D-B540-46E0-8C91-746DE8400D67}" dt="2026-07-31T17:42:45.462" v="280" actId="1076"/>
      <pc:docMkLst>
        <pc:docMk/>
      </pc:docMkLst>
      <pc:sldChg chg="addSp modSp mod">
        <pc:chgData name="Subbu K" userId="634aa4c4417a640b" providerId="LiveId" clId="{7889252D-B540-46E0-8C91-746DE8400D67}" dt="2026-07-31T17:42:45.462" v="280" actId="1076"/>
        <pc:sldMkLst>
          <pc:docMk/>
          <pc:sldMk cId="2856444971" sldId="256"/>
        </pc:sldMkLst>
        <pc:spChg chg="add mod">
          <ac:chgData name="Subbu K" userId="634aa4c4417a640b" providerId="LiveId" clId="{7889252D-B540-46E0-8C91-746DE8400D67}" dt="2026-07-31T17:42:45.462" v="280" actId="1076"/>
          <ac:spMkLst>
            <pc:docMk/>
            <pc:sldMk cId="2856444971" sldId="256"/>
            <ac:spMk id="2" creationId="{195F2C33-2DE9-ECE0-3CFD-5E3E46EB80AC}"/>
          </ac:spMkLst>
        </pc:spChg>
        <pc:spChg chg="mod">
          <ac:chgData name="Subbu K" userId="634aa4c4417a640b" providerId="LiveId" clId="{7889252D-B540-46E0-8C91-746DE8400D67}" dt="2026-07-31T17:41:17.338" v="229" actId="1076"/>
          <ac:spMkLst>
            <pc:docMk/>
            <pc:sldMk cId="2856444971" sldId="256"/>
            <ac:spMk id="3" creationId="{BB91F4DA-1E10-452C-30C9-F20C00AAF59B}"/>
          </ac:spMkLst>
        </pc:spChg>
      </pc:sldChg>
      <pc:sldChg chg="modSp mod">
        <pc:chgData name="Subbu K" userId="634aa4c4417a640b" providerId="LiveId" clId="{7889252D-B540-46E0-8C91-746DE8400D67}" dt="2026-07-31T17:38:16.304" v="199" actId="20577"/>
        <pc:sldMkLst>
          <pc:docMk/>
          <pc:sldMk cId="999987923" sldId="257"/>
        </pc:sldMkLst>
        <pc:spChg chg="mod">
          <ac:chgData name="Subbu K" userId="634aa4c4417a640b" providerId="LiveId" clId="{7889252D-B540-46E0-8C91-746DE8400D67}" dt="2026-07-31T17:38:16.304" v="199" actId="20577"/>
          <ac:spMkLst>
            <pc:docMk/>
            <pc:sldMk cId="999987923" sldId="257"/>
            <ac:spMk id="3" creationId="{40703C8A-C006-0EBF-2E49-9C4311147B73}"/>
          </ac:spMkLst>
        </pc:spChg>
      </pc:sldChg>
      <pc:sldChg chg="modSp mod">
        <pc:chgData name="Subbu K" userId="634aa4c4417a640b" providerId="LiveId" clId="{7889252D-B540-46E0-8C91-746DE8400D67}" dt="2026-07-31T17:37:51.465" v="146" actId="27636"/>
        <pc:sldMkLst>
          <pc:docMk/>
          <pc:sldMk cId="3759223895" sldId="259"/>
        </pc:sldMkLst>
        <pc:spChg chg="mod">
          <ac:chgData name="Subbu K" userId="634aa4c4417a640b" providerId="LiveId" clId="{7889252D-B540-46E0-8C91-746DE8400D67}" dt="2026-07-31T17:37:51.465" v="146" actId="27636"/>
          <ac:spMkLst>
            <pc:docMk/>
            <pc:sldMk cId="3759223895" sldId="259"/>
            <ac:spMk id="3" creationId="{DB603954-4608-0932-2AAC-D2E2BFE8CC70}"/>
          </ac:spMkLst>
        </pc:spChg>
      </pc:sldChg>
      <pc:sldChg chg="addSp delSp modSp mod">
        <pc:chgData name="Subbu K" userId="634aa4c4417a640b" providerId="LiveId" clId="{7889252D-B540-46E0-8C91-746DE8400D67}" dt="2026-07-31T17:37:39.962" v="144" actId="5793"/>
        <pc:sldMkLst>
          <pc:docMk/>
          <pc:sldMk cId="3532946543" sldId="260"/>
        </pc:sldMkLst>
        <pc:spChg chg="del">
          <ac:chgData name="Subbu K" userId="634aa4c4417a640b" providerId="LiveId" clId="{7889252D-B540-46E0-8C91-746DE8400D67}" dt="2026-07-31T16:05:53.866" v="2" actId="478"/>
          <ac:spMkLst>
            <pc:docMk/>
            <pc:sldMk cId="3532946543" sldId="260"/>
            <ac:spMk id="2" creationId="{2E19962D-D9D4-C728-74C8-DF0C9D3C0CB4}"/>
          </ac:spMkLst>
        </pc:spChg>
        <pc:spChg chg="mod">
          <ac:chgData name="Subbu K" userId="634aa4c4417a640b" providerId="LiveId" clId="{7889252D-B540-46E0-8C91-746DE8400D67}" dt="2026-07-31T17:37:39.962" v="144" actId="5793"/>
          <ac:spMkLst>
            <pc:docMk/>
            <pc:sldMk cId="3532946543" sldId="260"/>
            <ac:spMk id="3" creationId="{4AC097E4-99C7-ECA3-F023-2EC1DD3C7081}"/>
          </ac:spMkLst>
        </pc:spChg>
        <pc:spChg chg="add del">
          <ac:chgData name="Subbu K" userId="634aa4c4417a640b" providerId="LiveId" clId="{7889252D-B540-46E0-8C91-746DE8400D67}" dt="2026-07-31T16:05:51.378" v="1" actId="478"/>
          <ac:spMkLst>
            <pc:docMk/>
            <pc:sldMk cId="3532946543" sldId="260"/>
            <ac:spMk id="5" creationId="{44FE3473-783D-7C65-7137-685577E12EF6}"/>
          </ac:spMkLst>
        </pc:spChg>
      </pc:sldChg>
      <pc:sldChg chg="delSp modSp mod">
        <pc:chgData name="Subbu K" userId="634aa4c4417a640b" providerId="LiveId" clId="{7889252D-B540-46E0-8C91-746DE8400D67}" dt="2026-07-31T16:08:30.250" v="20" actId="27636"/>
        <pc:sldMkLst>
          <pc:docMk/>
          <pc:sldMk cId="1170024155" sldId="261"/>
        </pc:sldMkLst>
        <pc:spChg chg="del">
          <ac:chgData name="Subbu K" userId="634aa4c4417a640b" providerId="LiveId" clId="{7889252D-B540-46E0-8C91-746DE8400D67}" dt="2026-07-31T16:08:18.420" v="17" actId="478"/>
          <ac:spMkLst>
            <pc:docMk/>
            <pc:sldMk cId="1170024155" sldId="261"/>
            <ac:spMk id="2" creationId="{0B1BE921-58E4-4C31-EDE8-34C05C3CA711}"/>
          </ac:spMkLst>
        </pc:spChg>
        <pc:spChg chg="mod">
          <ac:chgData name="Subbu K" userId="634aa4c4417a640b" providerId="LiveId" clId="{7889252D-B540-46E0-8C91-746DE8400D67}" dt="2026-07-31T16:08:30.250" v="20" actId="27636"/>
          <ac:spMkLst>
            <pc:docMk/>
            <pc:sldMk cId="1170024155" sldId="261"/>
            <ac:spMk id="3" creationId="{99D25EE4-46A4-D57E-2884-9AC2BB84C1B9}"/>
          </ac:spMkLst>
        </pc:spChg>
      </pc:sldChg>
      <pc:sldChg chg="addSp delSp modSp mod">
        <pc:chgData name="Subbu K" userId="634aa4c4417a640b" providerId="LiveId" clId="{7889252D-B540-46E0-8C91-746DE8400D67}" dt="2026-07-31T17:36:42.345" v="136" actId="1076"/>
        <pc:sldMkLst>
          <pc:docMk/>
          <pc:sldMk cId="3503060539" sldId="262"/>
        </pc:sldMkLst>
        <pc:spChg chg="del">
          <ac:chgData name="Subbu K" userId="634aa4c4417a640b" providerId="LiveId" clId="{7889252D-B540-46E0-8C91-746DE8400D67}" dt="2026-07-31T16:08:52.316" v="21" actId="478"/>
          <ac:spMkLst>
            <pc:docMk/>
            <pc:sldMk cId="3503060539" sldId="262"/>
            <ac:spMk id="2" creationId="{432C6E1A-16A6-F0F5-5254-34B065E8FD30}"/>
          </ac:spMkLst>
        </pc:spChg>
        <pc:spChg chg="del mod">
          <ac:chgData name="Subbu K" userId="634aa4c4417a640b" providerId="LiveId" clId="{7889252D-B540-46E0-8C91-746DE8400D67}" dt="2026-07-31T16:08:59.222" v="23"/>
          <ac:spMkLst>
            <pc:docMk/>
            <pc:sldMk cId="3503060539" sldId="262"/>
            <ac:spMk id="3" creationId="{577708EC-57DB-1AA7-E84C-81FAAE25D879}"/>
          </ac:spMkLst>
        </pc:spChg>
        <pc:spChg chg="add mod">
          <ac:chgData name="Subbu K" userId="634aa4c4417a640b" providerId="LiveId" clId="{7889252D-B540-46E0-8C91-746DE8400D67}" dt="2026-07-31T17:36:42.345" v="136" actId="1076"/>
          <ac:spMkLst>
            <pc:docMk/>
            <pc:sldMk cId="3503060539" sldId="262"/>
            <ac:spMk id="5" creationId="{6A29AA54-2A70-F149-0A3C-85EC066046B7}"/>
          </ac:spMkLst>
        </pc:spChg>
        <pc:graphicFrameChg chg="add mod modGraphic">
          <ac:chgData name="Subbu K" userId="634aa4c4417a640b" providerId="LiveId" clId="{7889252D-B540-46E0-8C91-746DE8400D67}" dt="2026-07-31T16:09:45.676" v="28" actId="14100"/>
          <ac:graphicFrameMkLst>
            <pc:docMk/>
            <pc:sldMk cId="3503060539" sldId="262"/>
            <ac:graphicFrameMk id="4" creationId="{5AE7C504-5FDE-F41B-BD48-7261E66D15CE}"/>
          </ac:graphicFrameMkLst>
        </pc:graphicFrameChg>
      </pc:sldChg>
      <pc:sldChg chg="addSp delSp modSp mod">
        <pc:chgData name="Subbu K" userId="634aa4c4417a640b" providerId="LiveId" clId="{7889252D-B540-46E0-8C91-746DE8400D67}" dt="2026-07-31T16:11:41.877" v="43" actId="20577"/>
        <pc:sldMkLst>
          <pc:docMk/>
          <pc:sldMk cId="4034061581" sldId="263"/>
        </pc:sldMkLst>
        <pc:spChg chg="del">
          <ac:chgData name="Subbu K" userId="634aa4c4417a640b" providerId="LiveId" clId="{7889252D-B540-46E0-8C91-746DE8400D67}" dt="2026-07-31T16:11:30.048" v="36" actId="478"/>
          <ac:spMkLst>
            <pc:docMk/>
            <pc:sldMk cId="4034061581" sldId="263"/>
            <ac:spMk id="2" creationId="{FC978508-FD55-266E-AEBD-A1A50C4D762D}"/>
          </ac:spMkLst>
        </pc:spChg>
        <pc:spChg chg="mod">
          <ac:chgData name="Subbu K" userId="634aa4c4417a640b" providerId="LiveId" clId="{7889252D-B540-46E0-8C91-746DE8400D67}" dt="2026-07-31T16:11:41.877" v="43" actId="20577"/>
          <ac:spMkLst>
            <pc:docMk/>
            <pc:sldMk cId="4034061581" sldId="263"/>
            <ac:spMk id="3" creationId="{BF0EC449-ED7B-9EE4-343B-03E0DE1D408B}"/>
          </ac:spMkLst>
        </pc:spChg>
        <pc:spChg chg="add del">
          <ac:chgData name="Subbu K" userId="634aa4c4417a640b" providerId="LiveId" clId="{7889252D-B540-46E0-8C91-746DE8400D67}" dt="2026-07-31T16:11:27.277" v="35" actId="22"/>
          <ac:spMkLst>
            <pc:docMk/>
            <pc:sldMk cId="4034061581" sldId="263"/>
            <ac:spMk id="5" creationId="{977FDDF6-28F1-93AB-D064-720755B8741B}"/>
          </ac:spMkLst>
        </pc:spChg>
      </pc:sldChg>
      <pc:sldChg chg="delSp modSp mod">
        <pc:chgData name="Subbu K" userId="634aa4c4417a640b" providerId="LiveId" clId="{7889252D-B540-46E0-8C91-746DE8400D67}" dt="2026-07-31T17:36:17.752" v="134" actId="5793"/>
        <pc:sldMkLst>
          <pc:docMk/>
          <pc:sldMk cId="4067451901" sldId="264"/>
        </pc:sldMkLst>
        <pc:spChg chg="del">
          <ac:chgData name="Subbu K" userId="634aa4c4417a640b" providerId="LiveId" clId="{7889252D-B540-46E0-8C91-746DE8400D67}" dt="2026-07-31T16:12:02.587" v="44" actId="478"/>
          <ac:spMkLst>
            <pc:docMk/>
            <pc:sldMk cId="4067451901" sldId="264"/>
            <ac:spMk id="2" creationId="{86A14DCB-B1B6-8079-02C0-E80C831CABCC}"/>
          </ac:spMkLst>
        </pc:spChg>
        <pc:spChg chg="mod">
          <ac:chgData name="Subbu K" userId="634aa4c4417a640b" providerId="LiveId" clId="{7889252D-B540-46E0-8C91-746DE8400D67}" dt="2026-07-31T17:36:17.752" v="134" actId="5793"/>
          <ac:spMkLst>
            <pc:docMk/>
            <pc:sldMk cId="4067451901" sldId="264"/>
            <ac:spMk id="3" creationId="{04548623-7C42-D038-097C-0F9E7B0DAEB7}"/>
          </ac:spMkLst>
        </pc:spChg>
      </pc:sldChg>
      <pc:sldChg chg="delSp modSp mod">
        <pc:chgData name="Subbu K" userId="634aa4c4417a640b" providerId="LiveId" clId="{7889252D-B540-46E0-8C91-746DE8400D67}" dt="2026-07-31T17:34:52.446" v="126" actId="27636"/>
        <pc:sldMkLst>
          <pc:docMk/>
          <pc:sldMk cId="1344899568" sldId="265"/>
        </pc:sldMkLst>
        <pc:spChg chg="del">
          <ac:chgData name="Subbu K" userId="634aa4c4417a640b" providerId="LiveId" clId="{7889252D-B540-46E0-8C91-746DE8400D67}" dt="2026-07-31T16:13:17.644" v="49" actId="478"/>
          <ac:spMkLst>
            <pc:docMk/>
            <pc:sldMk cId="1344899568" sldId="265"/>
            <ac:spMk id="2" creationId="{8AD07243-A57A-F983-D12C-E22D64687F68}"/>
          </ac:spMkLst>
        </pc:spChg>
        <pc:spChg chg="mod">
          <ac:chgData name="Subbu K" userId="634aa4c4417a640b" providerId="LiveId" clId="{7889252D-B540-46E0-8C91-746DE8400D67}" dt="2026-07-31T17:34:52.446" v="126" actId="27636"/>
          <ac:spMkLst>
            <pc:docMk/>
            <pc:sldMk cId="1344899568" sldId="265"/>
            <ac:spMk id="3" creationId="{3F0EA76D-0A2F-8831-0866-CA170C8DBB49}"/>
          </ac:spMkLst>
        </pc:spChg>
      </pc:sldChg>
      <pc:sldChg chg="delSp modSp mod">
        <pc:chgData name="Subbu K" userId="634aa4c4417a640b" providerId="LiveId" clId="{7889252D-B540-46E0-8C91-746DE8400D67}" dt="2026-07-31T17:35:11.263" v="130" actId="27636"/>
        <pc:sldMkLst>
          <pc:docMk/>
          <pc:sldMk cId="3513448850" sldId="266"/>
        </pc:sldMkLst>
        <pc:spChg chg="del">
          <ac:chgData name="Subbu K" userId="634aa4c4417a640b" providerId="LiveId" clId="{7889252D-B540-46E0-8C91-746DE8400D67}" dt="2026-07-31T16:13:41.154" v="53" actId="478"/>
          <ac:spMkLst>
            <pc:docMk/>
            <pc:sldMk cId="3513448850" sldId="266"/>
            <ac:spMk id="2" creationId="{51AC282E-85FC-4856-BF59-1F65EE5BA93A}"/>
          </ac:spMkLst>
        </pc:spChg>
        <pc:spChg chg="mod">
          <ac:chgData name="Subbu K" userId="634aa4c4417a640b" providerId="LiveId" clId="{7889252D-B540-46E0-8C91-746DE8400D67}" dt="2026-07-31T17:35:11.263" v="130" actId="27636"/>
          <ac:spMkLst>
            <pc:docMk/>
            <pc:sldMk cId="3513448850" sldId="266"/>
            <ac:spMk id="3" creationId="{965BEE32-C461-AAE6-CC5C-5A8FCD01D164}"/>
          </ac:spMkLst>
        </pc:spChg>
      </pc:sldChg>
      <pc:sldChg chg="addSp delSp modSp mod ord">
        <pc:chgData name="Subbu K" userId="634aa4c4417a640b" providerId="LiveId" clId="{7889252D-B540-46E0-8C91-746DE8400D67}" dt="2026-07-31T17:30:58.639" v="98" actId="14100"/>
        <pc:sldMkLst>
          <pc:docMk/>
          <pc:sldMk cId="3605629922" sldId="267"/>
        </pc:sldMkLst>
        <pc:spChg chg="del">
          <ac:chgData name="Subbu K" userId="634aa4c4417a640b" providerId="LiveId" clId="{7889252D-B540-46E0-8C91-746DE8400D67}" dt="2026-07-31T17:30:36.555" v="90" actId="478"/>
          <ac:spMkLst>
            <pc:docMk/>
            <pc:sldMk cId="3605629922" sldId="267"/>
            <ac:spMk id="2" creationId="{6748578B-8D42-10E9-27B8-7A539DB9EFBE}"/>
          </ac:spMkLst>
        </pc:spChg>
        <pc:spChg chg="del">
          <ac:chgData name="Subbu K" userId="634aa4c4417a640b" providerId="LiveId" clId="{7889252D-B540-46E0-8C91-746DE8400D67}" dt="2026-07-31T17:30:39.809" v="92"/>
          <ac:spMkLst>
            <pc:docMk/>
            <pc:sldMk cId="3605629922" sldId="267"/>
            <ac:spMk id="3" creationId="{AB909213-A84E-197A-A9EC-5B9AFD82AE79}"/>
          </ac:spMkLst>
        </pc:spChg>
        <pc:picChg chg="add mod ord">
          <ac:chgData name="Subbu K" userId="634aa4c4417a640b" providerId="LiveId" clId="{7889252D-B540-46E0-8C91-746DE8400D67}" dt="2026-07-31T17:30:58.639" v="98" actId="14100"/>
          <ac:picMkLst>
            <pc:docMk/>
            <pc:sldMk cId="3605629922" sldId="267"/>
            <ac:picMk id="5" creationId="{8121CD69-4F0F-306A-1BB1-009E539B985A}"/>
          </ac:picMkLst>
        </pc:picChg>
      </pc:sldChg>
      <pc:sldChg chg="addSp delSp modSp mod ord">
        <pc:chgData name="Subbu K" userId="634aa4c4417a640b" providerId="LiveId" clId="{7889252D-B540-46E0-8C91-746DE8400D67}" dt="2026-07-31T17:30:14.577" v="89" actId="1076"/>
        <pc:sldMkLst>
          <pc:docMk/>
          <pc:sldMk cId="1700467389" sldId="268"/>
        </pc:sldMkLst>
        <pc:spChg chg="del">
          <ac:chgData name="Subbu K" userId="634aa4c4417a640b" providerId="LiveId" clId="{7889252D-B540-46E0-8C91-746DE8400D67}" dt="2026-07-31T17:29:57.458" v="82" actId="478"/>
          <ac:spMkLst>
            <pc:docMk/>
            <pc:sldMk cId="1700467389" sldId="268"/>
            <ac:spMk id="2" creationId="{B5C13A0E-1A2F-BD5E-79CB-C0CEEFB5369A}"/>
          </ac:spMkLst>
        </pc:spChg>
        <pc:spChg chg="del">
          <ac:chgData name="Subbu K" userId="634aa4c4417a640b" providerId="LiveId" clId="{7889252D-B540-46E0-8C91-746DE8400D67}" dt="2026-07-31T17:30:00.702" v="84"/>
          <ac:spMkLst>
            <pc:docMk/>
            <pc:sldMk cId="1700467389" sldId="268"/>
            <ac:spMk id="3" creationId="{EB7C64FB-A8EA-A8D4-EB2B-A0C1C1B02B12}"/>
          </ac:spMkLst>
        </pc:spChg>
        <pc:picChg chg="add mod ord">
          <ac:chgData name="Subbu K" userId="634aa4c4417a640b" providerId="LiveId" clId="{7889252D-B540-46E0-8C91-746DE8400D67}" dt="2026-07-31T17:30:14.577" v="89" actId="1076"/>
          <ac:picMkLst>
            <pc:docMk/>
            <pc:sldMk cId="1700467389" sldId="268"/>
            <ac:picMk id="5" creationId="{B8461068-0468-2260-639C-56B5983183C2}"/>
          </ac:picMkLst>
        </pc:picChg>
      </pc:sldChg>
      <pc:sldChg chg="addSp delSp modSp mod ord">
        <pc:chgData name="Subbu K" userId="634aa4c4417a640b" providerId="LiveId" clId="{7889252D-B540-46E0-8C91-746DE8400D67}" dt="2026-07-31T17:29:31.482" v="81" actId="14100"/>
        <pc:sldMkLst>
          <pc:docMk/>
          <pc:sldMk cId="3552623501" sldId="269"/>
        </pc:sldMkLst>
        <pc:spChg chg="del">
          <ac:chgData name="Subbu K" userId="634aa4c4417a640b" providerId="LiveId" clId="{7889252D-B540-46E0-8C91-746DE8400D67}" dt="2026-07-31T17:29:12.892" v="74" actId="478"/>
          <ac:spMkLst>
            <pc:docMk/>
            <pc:sldMk cId="3552623501" sldId="269"/>
            <ac:spMk id="2" creationId="{CFFD3BFB-C991-816B-9D2E-F7834CA2438E}"/>
          </ac:spMkLst>
        </pc:spChg>
        <pc:spChg chg="del">
          <ac:chgData name="Subbu K" userId="634aa4c4417a640b" providerId="LiveId" clId="{7889252D-B540-46E0-8C91-746DE8400D67}" dt="2026-07-31T17:29:15.240" v="76"/>
          <ac:spMkLst>
            <pc:docMk/>
            <pc:sldMk cId="3552623501" sldId="269"/>
            <ac:spMk id="3" creationId="{79910C32-654E-F530-A11A-D8857341A548}"/>
          </ac:spMkLst>
        </pc:spChg>
        <pc:picChg chg="add mod ord">
          <ac:chgData name="Subbu K" userId="634aa4c4417a640b" providerId="LiveId" clId="{7889252D-B540-46E0-8C91-746DE8400D67}" dt="2026-07-31T17:29:31.482" v="81" actId="14100"/>
          <ac:picMkLst>
            <pc:docMk/>
            <pc:sldMk cId="3552623501" sldId="269"/>
            <ac:picMk id="5" creationId="{696A9D8C-4A97-E95E-5234-272A9DF7FD5D}"/>
          </ac:picMkLst>
        </pc:picChg>
      </pc:sldChg>
      <pc:sldChg chg="addSp delSp modSp mod ord">
        <pc:chgData name="Subbu K" userId="634aa4c4417a640b" providerId="LiveId" clId="{7889252D-B540-46E0-8C91-746DE8400D67}" dt="2026-07-31T17:28:56.578" v="73" actId="1076"/>
        <pc:sldMkLst>
          <pc:docMk/>
          <pc:sldMk cId="183202412" sldId="270"/>
        </pc:sldMkLst>
        <pc:spChg chg="del">
          <ac:chgData name="Subbu K" userId="634aa4c4417a640b" providerId="LiveId" clId="{7889252D-B540-46E0-8C91-746DE8400D67}" dt="2026-07-31T17:28:38.760" v="66" actId="478"/>
          <ac:spMkLst>
            <pc:docMk/>
            <pc:sldMk cId="183202412" sldId="270"/>
            <ac:spMk id="2" creationId="{AF56E14D-3152-F456-2337-39E818EF00C3}"/>
          </ac:spMkLst>
        </pc:spChg>
        <pc:spChg chg="del">
          <ac:chgData name="Subbu K" userId="634aa4c4417a640b" providerId="LiveId" clId="{7889252D-B540-46E0-8C91-746DE8400D67}" dt="2026-07-31T17:28:41.134" v="68"/>
          <ac:spMkLst>
            <pc:docMk/>
            <pc:sldMk cId="183202412" sldId="270"/>
            <ac:spMk id="3" creationId="{2759D215-CA4E-5C72-4745-D55839FECDB2}"/>
          </ac:spMkLst>
        </pc:spChg>
        <pc:picChg chg="add mod ord">
          <ac:chgData name="Subbu K" userId="634aa4c4417a640b" providerId="LiveId" clId="{7889252D-B540-46E0-8C91-746DE8400D67}" dt="2026-07-31T17:28:56.578" v="73" actId="1076"/>
          <ac:picMkLst>
            <pc:docMk/>
            <pc:sldMk cId="183202412" sldId="270"/>
            <ac:picMk id="5" creationId="{352D6E36-6280-0D6C-1C64-BB30254DAC1E}"/>
          </ac:picMkLst>
        </pc:picChg>
      </pc:sldChg>
      <pc:sldChg chg="addSp delSp modSp new mod">
        <pc:chgData name="Subbu K" userId="634aa4c4417a640b" providerId="LiveId" clId="{7889252D-B540-46E0-8C91-746DE8400D67}" dt="2026-07-31T17:32:44.575" v="107" actId="1076"/>
        <pc:sldMkLst>
          <pc:docMk/>
          <pc:sldMk cId="3583743043" sldId="271"/>
        </pc:sldMkLst>
        <pc:spChg chg="del">
          <ac:chgData name="Subbu K" userId="634aa4c4417a640b" providerId="LiveId" clId="{7889252D-B540-46E0-8C91-746DE8400D67}" dt="2026-07-31T17:32:25.849" v="99" actId="478"/>
          <ac:spMkLst>
            <pc:docMk/>
            <pc:sldMk cId="3583743043" sldId="271"/>
            <ac:spMk id="2" creationId="{2D7F5E62-D16F-CE12-3528-50AC7BA3CF25}"/>
          </ac:spMkLst>
        </pc:spChg>
        <pc:spChg chg="del mod">
          <ac:chgData name="Subbu K" userId="634aa4c4417a640b" providerId="LiveId" clId="{7889252D-B540-46E0-8C91-746DE8400D67}" dt="2026-07-31T17:32:31.067" v="102"/>
          <ac:spMkLst>
            <pc:docMk/>
            <pc:sldMk cId="3583743043" sldId="271"/>
            <ac:spMk id="3" creationId="{CC69B618-B71F-10A1-7A83-63345519BEF4}"/>
          </ac:spMkLst>
        </pc:spChg>
        <pc:picChg chg="add mod ord">
          <ac:chgData name="Subbu K" userId="634aa4c4417a640b" providerId="LiveId" clId="{7889252D-B540-46E0-8C91-746DE8400D67}" dt="2026-07-31T17:32:44.575" v="107" actId="1076"/>
          <ac:picMkLst>
            <pc:docMk/>
            <pc:sldMk cId="3583743043" sldId="271"/>
            <ac:picMk id="5" creationId="{419E5F58-416F-F73F-EADB-2F446F8F2CB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A5FE2-7CDE-8759-E97B-5B1445045A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247E9-E8A9-4923-40B9-7E3F2D470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B2FCE-3CE1-31AD-C03F-94D43BC8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41F7A-9E6B-5DB1-A108-D166AF765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28DE6-3489-4969-F955-8A28BCD85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0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B2ECA-5519-A09B-B887-3101ECC79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5FE0D-F81F-AE27-EB24-6484E573F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3193F-26CF-6DFB-F2D8-736A6FFF4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D337F-BD95-2793-D4C6-F23B64E3D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045BA-525F-1E26-FCDD-7B6295677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58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B02B-7918-BB24-24D2-6D6175C15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92D36-1B2C-F7A7-2D50-B44DCB1D7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E94AD-B89B-C432-2163-5782E620E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7B69A-AEFF-9C22-9517-E5C464A7B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776C1-3414-3715-10B8-381499529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162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CE29E-A326-964C-63BF-7691D7FAF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B0124-C17B-E487-715E-C081D2E6AC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49F53-063E-A950-F7E7-1C813C5B3B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1839F6-FA17-67D1-6D69-20902320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D4493-65C3-5049-C0B5-BFC7ECD6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16932-EBB2-9CAA-F8B7-7DD020540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1935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A507-A376-9FFC-CECC-40D4A20BD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6D7B2-D0FC-14EC-FDD0-5EE550C6E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5FB27-D86B-A52B-BE58-9C31C63C53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0FBF60-7ED1-5AF6-87D8-3FB0DBC82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283B5E-0414-CC7C-D00E-6B83D3342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20E5F9-2A6F-3E61-62EB-06F85C18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9EB73-CE49-68AC-7F9A-C886F1E1D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A4CD6A-2898-1735-B256-A30607500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93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1F12D-DA22-BEB6-9E40-449335AC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C106BB-1E25-7C98-551F-F93CE4416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B28934-3328-D6AB-0BFF-CC9A2B1D9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89393-CA81-E573-F734-EE02126DB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631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9EB0E8-D08B-6769-EA0E-1ACD6EA37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8E286-155C-4A54-706E-E233A4B5D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1FE573-A0A4-4FEF-E553-5160E722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5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EB9AA-36AD-C72F-46E4-B238AAA1B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8BA55-7C89-9438-6958-06A6F8089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4743B-D0C3-6221-4879-304952D96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242795-5086-02ED-ED84-0E3E39F7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05FD7B-6F4F-B31D-B1E5-A79FEF13D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442E85-644D-7DFB-948A-7E49E0CCB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445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9C19-8415-64A7-841E-63FE4CA8A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1B94C5-0A82-D249-AD0D-A22621337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4F36BA-4C12-8F08-56CC-9BAEB3CCB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41F3D-9800-A171-E302-6C3C93EAF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1F567C-F89A-F94D-ACF8-8ADFDA07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B4912-AC9D-C2BB-1BA8-DA19E65B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300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5B18-1339-C06C-4DC1-4A3417267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D43C-4BD4-AEC0-4286-D8F746E6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6245C-56F6-09E3-8203-71D49E6C0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D4576-3CD9-22BD-A21E-4AF99691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7FF9C-4A4D-83CA-7937-888A03FB6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58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1467F-F68C-3B42-3387-4E96F56761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DE132-5C3F-AB6D-F44A-FF5DEA109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B1DC2-7A3B-1A58-5D18-C07E4BD3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38BA9-5373-D84E-9B27-7DA55C0D8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BC37C-ED7F-257F-1471-7C8EB0701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814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623E8E-3C99-C501-5127-D55928C63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F9836-F1D8-72DE-A949-6EDE11D93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26150-2480-2F41-6A50-5FEBE06D02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F9FC67-1153-4F56-AC40-D6614DFC029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3BF53-6E87-14A3-B607-902C52994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CA983-2F18-4B12-101D-DB9390BCF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110382-2785-4DCB-8D30-786FFD3628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4109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91F4DA-1E10-452C-30C9-F20C00AAF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9667"/>
            <a:ext cx="9144000" cy="1133248"/>
          </a:xfrm>
        </p:spPr>
        <p:txBody>
          <a:bodyPr/>
          <a:lstStyle/>
          <a:p>
            <a:r>
              <a:rPr lang="en-IN" b="1" dirty="0"/>
              <a:t>ITA0602 – MACHINE LEARNING</a:t>
            </a:r>
          </a:p>
          <a:p>
            <a:r>
              <a:rPr lang="en-IN" b="1" dirty="0"/>
              <a:t>Technical presentation </a:t>
            </a:r>
          </a:p>
        </p:txBody>
      </p:sp>
      <p:pic>
        <p:nvPicPr>
          <p:cNvPr id="5" name="object 2">
            <a:extLst>
              <a:ext uri="{FF2B5EF4-FFF2-40B4-BE49-F238E27FC236}">
                <a16:creationId xmlns:a16="http://schemas.microsoft.com/office/drawing/2014/main" id="{CDC5F844-5647-909A-234F-F8595AC8F26E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246888"/>
            <a:ext cx="11887200" cy="13533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5F2C33-2DE9-ECE0-3CFD-5E3E46EB80AC}"/>
              </a:ext>
            </a:extLst>
          </p:cNvPr>
          <p:cNvSpPr txBox="1"/>
          <p:nvPr/>
        </p:nvSpPr>
        <p:spPr>
          <a:xfrm>
            <a:off x="990600" y="4354285"/>
            <a:ext cx="463731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/>
              <a:t>Presented by </a:t>
            </a:r>
          </a:p>
          <a:p>
            <a:pPr>
              <a:lnSpc>
                <a:spcPct val="150000"/>
              </a:lnSpc>
            </a:pPr>
            <a:r>
              <a:rPr lang="en-IN" sz="2000" b="1" dirty="0"/>
              <a:t>K Subrahmanyam (192312521)</a:t>
            </a:r>
          </a:p>
        </p:txBody>
      </p:sp>
    </p:spTree>
    <p:extLst>
      <p:ext uri="{BB962C8B-B14F-4D97-AF65-F5344CB8AC3E}">
        <p14:creationId xmlns:p14="http://schemas.microsoft.com/office/powerpoint/2010/main" val="2856444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03C8A-C006-0EBF-2E49-9C4311147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1" y="620486"/>
            <a:ext cx="11495315" cy="5856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in Machine Learning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is the process of selecting the most relevant features from a dataset before training a machine learning model.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prediction accuracy.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irrelevant and redundant features.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overfitting.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Decreases training time.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computational complexity.</a:t>
            </a:r>
          </a:p>
          <a:p>
            <a:pPr lvl="0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model interpretability and generalization.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9987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BF5EE-021E-70F8-0270-C8CB28EF2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22514"/>
            <a:ext cx="10515600" cy="615042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Techniques &amp; PCA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Methods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statistical techniques (Correlation, Chi-Square).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and suitable for large datasets.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Wrapper Methods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different feature subsets using ML models.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but computationally expensive.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Methods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feature selection during model training.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 Decision Tree, Random Forest, LASSO.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dimensionality.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redundancy.</a:t>
            </a:r>
          </a:p>
          <a:p>
            <a:pPr lvl="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efficiency and model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997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52D6E36-6280-0D6C-1C64-BB30254DAC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143" y="863827"/>
            <a:ext cx="9710057" cy="5130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02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603954-4608-0932-2AAC-D2E2BFE8C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343" y="762000"/>
            <a:ext cx="10515600" cy="5388429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Methods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determines how well a machine learning model performs on unseen data.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Divides data into training and testing sets.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 Validation: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Uses K-folds for reliable evaluation.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Bootstrapping: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Random sampling with replacement for small datasets.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unbiased performance estimation.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different models effectively.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9223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097E4-99C7-ECA3-F023-2EC1DD3C7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687"/>
            <a:ext cx="10515600" cy="668382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Performance Metrics &amp; Validation  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b="1" dirty="0"/>
              <a:t>Classification Metrics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Accuracy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Precision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Recall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F1-Score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Confusion Matrix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ROC Curve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b="1" dirty="0"/>
              <a:t>Regression Metrics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MSE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RMSE</a:t>
            </a:r>
          </a:p>
          <a:p>
            <a:pPr lvl="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IN" dirty="0"/>
              <a:t>R² Score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294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6A9D8C-4A97-E95E-5234-272A9DF7F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944" y="922109"/>
            <a:ext cx="9307286" cy="506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23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25EE4-46A4-D57E-2884-9AC2BB84C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1629"/>
            <a:ext cx="10515600" cy="5665334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Performance Analysis</a:t>
            </a:r>
          </a:p>
          <a:p>
            <a:r>
              <a:rPr lang="en-IN" dirty="0"/>
              <a:t>Performance analysis evaluates how effectively a machine learning model performs using quantitative metrics.</a:t>
            </a:r>
          </a:p>
          <a:p>
            <a:r>
              <a:rPr lang="en-IN" b="1" dirty="0"/>
              <a:t>Performance Metrics</a:t>
            </a:r>
          </a:p>
          <a:p>
            <a:pPr lvl="0"/>
            <a:r>
              <a:rPr lang="en-IN" dirty="0"/>
              <a:t>Accuracy</a:t>
            </a:r>
          </a:p>
          <a:p>
            <a:pPr lvl="0"/>
            <a:r>
              <a:rPr lang="en-IN" dirty="0"/>
              <a:t>Precision</a:t>
            </a:r>
          </a:p>
          <a:p>
            <a:pPr lvl="0"/>
            <a:r>
              <a:rPr lang="en-IN" dirty="0"/>
              <a:t>Recall</a:t>
            </a:r>
          </a:p>
          <a:p>
            <a:pPr lvl="0"/>
            <a:r>
              <a:rPr lang="en-IN" dirty="0"/>
              <a:t>F1-Score</a:t>
            </a:r>
          </a:p>
          <a:p>
            <a:pPr lvl="0"/>
            <a:r>
              <a:rPr lang="en-IN" dirty="0"/>
              <a:t>Sensitivity</a:t>
            </a:r>
          </a:p>
          <a:p>
            <a:pPr lvl="0"/>
            <a:r>
              <a:rPr lang="en-IN" dirty="0"/>
              <a:t>Error Rate</a:t>
            </a:r>
          </a:p>
          <a:p>
            <a:r>
              <a:rPr lang="en-IN" dirty="0"/>
              <a:t>Higher accuracy and lower error rates indicate better system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0024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AE7C504-5FDE-F41B-BD48-7261E66D1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0453"/>
              </p:ext>
            </p:extLst>
          </p:nvPr>
        </p:nvGraphicFramePr>
        <p:xfrm>
          <a:off x="838200" y="791595"/>
          <a:ext cx="10515600" cy="250677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2488281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4670406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0200601"/>
                    </a:ext>
                  </a:extLst>
                </a:gridCol>
              </a:tblGrid>
              <a:tr h="501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Proposed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93898"/>
                  </a:ext>
                </a:extLst>
              </a:tr>
              <a:tr h="501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7415736"/>
                  </a:ext>
                </a:extLst>
              </a:tr>
              <a:tr h="501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3674810"/>
                  </a:ext>
                </a:extLst>
              </a:tr>
              <a:tr h="501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256475"/>
                  </a:ext>
                </a:extLst>
              </a:tr>
              <a:tr h="501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Error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7842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A29AA54-2A70-F149-0A3C-85EC066046B7}"/>
              </a:ext>
            </a:extLst>
          </p:cNvPr>
          <p:cNvSpPr txBox="1"/>
          <p:nvPr/>
        </p:nvSpPr>
        <p:spPr>
          <a:xfrm>
            <a:off x="838200" y="3429000"/>
            <a:ext cx="8763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accuracy.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error rate.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scalability.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processing.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03060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461068-0468-2260-639C-56B598318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914" y="998198"/>
            <a:ext cx="8599715" cy="464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467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EC449-ED7B-9EE4-343B-03E0DE1D4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00743"/>
            <a:ext cx="10515600" cy="5676220"/>
          </a:xfrm>
        </p:spPr>
        <p:txBody>
          <a:bodyPr>
            <a:normAutofit/>
          </a:bodyPr>
          <a:lstStyle/>
          <a:p>
            <a:r>
              <a:rPr lang="en-IN" b="1" dirty="0"/>
              <a:t>Future Scope</a:t>
            </a:r>
          </a:p>
          <a:p>
            <a:r>
              <a:rPr lang="en-IN" dirty="0"/>
              <a:t>Machine learning systems continue to evolve with advancements in AI and data processing.</a:t>
            </a:r>
          </a:p>
          <a:p>
            <a:r>
              <a:rPr lang="en-IN" b="1" dirty="0"/>
              <a:t>Future Enhancements</a:t>
            </a:r>
          </a:p>
          <a:p>
            <a:pPr lvl="0"/>
            <a:r>
              <a:rPr lang="en-IN" dirty="0"/>
              <a:t>Use larger and more diverse datasets.</a:t>
            </a:r>
          </a:p>
          <a:p>
            <a:pPr lvl="0"/>
            <a:r>
              <a:rPr lang="en-IN" dirty="0"/>
              <a:t>Integrate real-time data processing.</a:t>
            </a:r>
          </a:p>
          <a:p>
            <a:pPr lvl="0"/>
            <a:r>
              <a:rPr lang="en-IN" dirty="0"/>
              <a:t>Apply Deep Learning techniques.</a:t>
            </a:r>
          </a:p>
          <a:p>
            <a:pPr lvl="0"/>
            <a:r>
              <a:rPr lang="en-IN" dirty="0"/>
              <a:t>Develop hybrid and ensemble models.</a:t>
            </a:r>
          </a:p>
          <a:p>
            <a:pPr lvl="0"/>
            <a:r>
              <a:rPr lang="en-IN" dirty="0"/>
              <a:t>Deploy on cloud and edge computing.</a:t>
            </a:r>
          </a:p>
          <a:p>
            <a:pPr lvl="0"/>
            <a:r>
              <a:rPr lang="en-IN" dirty="0"/>
              <a:t>Improve explainability using Explainable AI (XAI).</a:t>
            </a:r>
          </a:p>
        </p:txBody>
      </p:sp>
    </p:spTree>
    <p:extLst>
      <p:ext uri="{BB962C8B-B14F-4D97-AF65-F5344CB8AC3E}">
        <p14:creationId xmlns:p14="http://schemas.microsoft.com/office/powerpoint/2010/main" val="4034061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48623-7C42-D038-097C-0F9E7B0DA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Publication Potential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Research work can be converted into a journal or conference paper using a structured format.</a:t>
            </a:r>
          </a:p>
          <a:p>
            <a:pPr marL="0" indent="0">
              <a:buNone/>
            </a:pPr>
            <a:r>
              <a:rPr lang="en-IN" b="1" dirty="0"/>
              <a:t>Research Paper Structure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Abstract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Introduction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Literature Review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Methodology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Results &amp; Discussion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Conclusion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References</a:t>
            </a:r>
          </a:p>
          <a:p>
            <a:pPr marL="0" indent="0">
              <a:buNone/>
            </a:pPr>
            <a:r>
              <a:rPr lang="en-IN" b="1" dirty="0"/>
              <a:t>Benefits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Academic recognition.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Knowledge sharing.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IN" dirty="0"/>
              <a:t>Supports future research.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745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21CD69-4F0F-306A-1BB1-009E539B98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087" y="617311"/>
            <a:ext cx="9601200" cy="576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2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EA76D-0A2F-8831-0866-CA170C8DB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6171"/>
            <a:ext cx="10515600" cy="524079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Types of Learning Problems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Machine learning algorithms learn from data in different ways depending on the problem.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Types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Supervised Learning:</a:t>
            </a:r>
            <a:r>
              <a:rPr lang="en-IN" dirty="0"/>
              <a:t> Uses labeled data for prediction.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Unsupervised Learning:</a:t>
            </a:r>
            <a:r>
              <a:rPr lang="en-IN" dirty="0"/>
              <a:t> Finds hidden patterns in unlabeled data.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b="1" dirty="0"/>
              <a:t>Reinforcement Learning:</a:t>
            </a:r>
            <a:r>
              <a:rPr lang="en-IN" dirty="0"/>
              <a:t> Learns through rewards and penalties.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Each approach is suitable for different real-world applications.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4899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EE32-C461-AAE6-CC5C-5A8FCD01D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8200"/>
            <a:ext cx="10515600" cy="5606143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Learning Perspectives &amp; Challenges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Learning Perspectives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Symbolic Approach: Uses logical rules and knowledge representation.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Statistical Approach: Uses probability and data-driven models.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b="1" dirty="0"/>
              <a:t>Challenges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Poor data quality.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Overfitting and underfitting.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Computational complexity.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Scalability.</a:t>
            </a:r>
          </a:p>
          <a:p>
            <a:pPr lvl="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Feature selection and preprocessing.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448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9E5F58-416F-F73F-EADB-2F446F8F2C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087" y="738641"/>
            <a:ext cx="10221684" cy="538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43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497</Words>
  <Application>Microsoft Office PowerPoint</Application>
  <PresentationFormat>Widescreen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Subbu K</dc:creator>
  <cp:lastModifiedBy>Subbu K</cp:lastModifiedBy>
  <cp:revision>1</cp:revision>
  <dcterms:created xsi:type="dcterms:W3CDTF">2026-07-30T06:14:23Z</dcterms:created>
  <dcterms:modified xsi:type="dcterms:W3CDTF">2026-07-31T17:42:46Z</dcterms:modified>
</cp:coreProperties>
</file>